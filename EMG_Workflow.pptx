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0ED0CF-5FEB-4EE6-BA69-1A6643FB0AA1}" v="24" dt="2026-01-20T21:42:07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sha, Ucchwas Talukder" userId="812a0ff8-74de-4be9-8d1d-b89fbac2f582" providerId="ADAL" clId="{6D3E7F40-D1AC-425B-ABCE-A06559383105}"/>
    <pc:docChg chg="undo custSel addSld modSld">
      <pc:chgData name="Utsha, Ucchwas Talukder" userId="812a0ff8-74de-4be9-8d1d-b89fbac2f582" providerId="ADAL" clId="{6D3E7F40-D1AC-425B-ABCE-A06559383105}" dt="2026-01-20T21:47:37.487" v="210" actId="1076"/>
      <pc:docMkLst>
        <pc:docMk/>
      </pc:docMkLst>
      <pc:sldChg chg="addSp delSp modSp new mod">
        <pc:chgData name="Utsha, Ucchwas Talukder" userId="812a0ff8-74de-4be9-8d1d-b89fbac2f582" providerId="ADAL" clId="{6D3E7F40-D1AC-425B-ABCE-A06559383105}" dt="2026-01-20T21:47:37.487" v="210" actId="1076"/>
        <pc:sldMkLst>
          <pc:docMk/>
          <pc:sldMk cId="1483825900" sldId="256"/>
        </pc:sldMkLst>
        <pc:spChg chg="del">
          <ac:chgData name="Utsha, Ucchwas Talukder" userId="812a0ff8-74de-4be9-8d1d-b89fbac2f582" providerId="ADAL" clId="{6D3E7F40-D1AC-425B-ABCE-A06559383105}" dt="2026-01-20T21:20:14.049" v="1" actId="478"/>
          <ac:spMkLst>
            <pc:docMk/>
            <pc:sldMk cId="1483825900" sldId="256"/>
            <ac:spMk id="2" creationId="{8FCA6725-E2E8-BA45-8A3D-D276E52A3882}"/>
          </ac:spMkLst>
        </pc:spChg>
        <pc:spChg chg="del">
          <ac:chgData name="Utsha, Ucchwas Talukder" userId="812a0ff8-74de-4be9-8d1d-b89fbac2f582" providerId="ADAL" clId="{6D3E7F40-D1AC-425B-ABCE-A06559383105}" dt="2026-01-20T21:20:15.313" v="2" actId="478"/>
          <ac:spMkLst>
            <pc:docMk/>
            <pc:sldMk cId="1483825900" sldId="256"/>
            <ac:spMk id="3" creationId="{C6BB202C-29C0-EA4B-A120-569368986743}"/>
          </ac:spMkLst>
        </pc:spChg>
        <pc:spChg chg="add del mod">
          <ac:chgData name="Utsha, Ucchwas Talukder" userId="812a0ff8-74de-4be9-8d1d-b89fbac2f582" providerId="ADAL" clId="{6D3E7F40-D1AC-425B-ABCE-A06559383105}" dt="2026-01-20T21:21:18.416" v="5" actId="478"/>
          <ac:spMkLst>
            <pc:docMk/>
            <pc:sldMk cId="1483825900" sldId="256"/>
            <ac:spMk id="4" creationId="{E95C4868-3B2C-9FD5-6F8C-2E76980D89C3}"/>
          </ac:spMkLst>
        </pc:spChg>
        <pc:spChg chg="add mod">
          <ac:chgData name="Utsha, Ucchwas Talukder" userId="812a0ff8-74de-4be9-8d1d-b89fbac2f582" providerId="ADAL" clId="{6D3E7F40-D1AC-425B-ABCE-A06559383105}" dt="2026-01-20T21:47:15.824" v="206" actId="1076"/>
          <ac:spMkLst>
            <pc:docMk/>
            <pc:sldMk cId="1483825900" sldId="256"/>
            <ac:spMk id="5" creationId="{EEEB513C-A66A-67B8-FE10-4EF51AC8C630}"/>
          </ac:spMkLst>
        </pc:spChg>
        <pc:spChg chg="add mod">
          <ac:chgData name="Utsha, Ucchwas Talukder" userId="812a0ff8-74de-4be9-8d1d-b89fbac2f582" providerId="ADAL" clId="{6D3E7F40-D1AC-425B-ABCE-A06559383105}" dt="2026-01-20T21:47:17.913" v="207" actId="1076"/>
          <ac:spMkLst>
            <pc:docMk/>
            <pc:sldMk cId="1483825900" sldId="256"/>
            <ac:spMk id="6" creationId="{165B7190-1941-4983-B3F2-FEE6D8BD4105}"/>
          </ac:spMkLst>
        </pc:spChg>
        <pc:spChg chg="add mod">
          <ac:chgData name="Utsha, Ucchwas Talukder" userId="812a0ff8-74de-4be9-8d1d-b89fbac2f582" providerId="ADAL" clId="{6D3E7F40-D1AC-425B-ABCE-A06559383105}" dt="2026-01-20T21:27:12.069" v="97"/>
          <ac:spMkLst>
            <pc:docMk/>
            <pc:sldMk cId="1483825900" sldId="256"/>
            <ac:spMk id="9" creationId="{21A50E83-50CD-831A-B850-BE6DA0ECAC35}"/>
          </ac:spMkLst>
        </pc:spChg>
        <pc:spChg chg="add mod">
          <ac:chgData name="Utsha, Ucchwas Talukder" userId="812a0ff8-74de-4be9-8d1d-b89fbac2f582" providerId="ADAL" clId="{6D3E7F40-D1AC-425B-ABCE-A06559383105}" dt="2026-01-20T21:47:37.487" v="210" actId="1076"/>
          <ac:spMkLst>
            <pc:docMk/>
            <pc:sldMk cId="1483825900" sldId="256"/>
            <ac:spMk id="10" creationId="{BAC5116F-AEEB-28F3-FBBB-26610ECE55B2}"/>
          </ac:spMkLst>
        </pc:spChg>
        <pc:spChg chg="add mod">
          <ac:chgData name="Utsha, Ucchwas Talukder" userId="812a0ff8-74de-4be9-8d1d-b89fbac2f582" providerId="ADAL" clId="{6D3E7F40-D1AC-425B-ABCE-A06559383105}" dt="2026-01-20T21:47:23.935" v="209" actId="1076"/>
          <ac:spMkLst>
            <pc:docMk/>
            <pc:sldMk cId="1483825900" sldId="256"/>
            <ac:spMk id="15" creationId="{3809FDDF-606C-2393-89D6-6564C94BA224}"/>
          </ac:spMkLst>
        </pc:spChg>
        <pc:picChg chg="add mod">
          <ac:chgData name="Utsha, Ucchwas Talukder" userId="812a0ff8-74de-4be9-8d1d-b89fbac2f582" providerId="ADAL" clId="{6D3E7F40-D1AC-425B-ABCE-A06559383105}" dt="2026-01-20T21:47:12.568" v="205" actId="1076"/>
          <ac:picMkLst>
            <pc:docMk/>
            <pc:sldMk cId="1483825900" sldId="256"/>
            <ac:picMk id="8" creationId="{7C4C19DB-E925-A093-21B5-8AA1FD8A75E9}"/>
          </ac:picMkLst>
        </pc:picChg>
        <pc:picChg chg="add mod">
          <ac:chgData name="Utsha, Ucchwas Talukder" userId="812a0ff8-74de-4be9-8d1d-b89fbac2f582" providerId="ADAL" clId="{6D3E7F40-D1AC-425B-ABCE-A06559383105}" dt="2026-01-20T21:31:55.359" v="137" actId="14100"/>
          <ac:picMkLst>
            <pc:docMk/>
            <pc:sldMk cId="1483825900" sldId="256"/>
            <ac:picMk id="12" creationId="{4FA1E7C9-7D66-07CD-BDB7-977A9ECCD7C4}"/>
          </ac:picMkLst>
        </pc:picChg>
        <pc:cxnChg chg="add del">
          <ac:chgData name="Utsha, Ucchwas Talukder" userId="812a0ff8-74de-4be9-8d1d-b89fbac2f582" providerId="ADAL" clId="{6D3E7F40-D1AC-425B-ABCE-A06559383105}" dt="2026-01-20T21:32:01.162" v="139" actId="11529"/>
          <ac:cxnSpMkLst>
            <pc:docMk/>
            <pc:sldMk cId="1483825900" sldId="256"/>
            <ac:cxnSpMk id="14" creationId="{5B8557A4-F192-76F9-90AB-58132E82DC4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894B0-0FA2-06CA-F072-FB37120C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662BA5-D9A5-A89E-461D-F985369C2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7E906-E114-77CE-06BA-9774FC4EB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945F-BEF4-4BB9-BD79-F2B270B97B3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D8290-3C19-A18B-0437-616F2FD2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216F6-D093-63E8-9696-0F213E79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961B-271D-4436-B4BE-B761C235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1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B150-A3AA-3434-B7CF-E4BD491E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254D8-8634-12D9-7076-49EAC680F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116E-30BB-4C46-1166-2B3AC1FC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945F-BEF4-4BB9-BD79-F2B270B97B3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E7D92-BA20-BE9D-9231-93F0A8F9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5B1FE-9DDD-B073-764F-051D701A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961B-271D-4436-B4BE-B761C235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7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0D0FE-9794-613C-C1C9-2E72DCFD5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10A94-A15D-E888-174E-5AD06BACB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59B38-1C41-C8EA-F422-1B1E74A90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945F-BEF4-4BB9-BD79-F2B270B97B3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537AB-6D0E-602F-8122-151C4EE3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0FB28-CC13-C93B-CD0F-CD7FC33E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961B-271D-4436-B4BE-B761C235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DB16E-788A-E5F1-53CA-613123314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3FB17-586A-33C7-0D64-04B0397C2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ADF4A-2B2D-AFEE-7552-71DBDF8CF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2E0BC-6EE5-873D-AF10-7B36D915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945F-BEF4-4BB9-BD79-F2B270B97B3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35534-B7C2-B411-C37E-E4E4D3CE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95FEE-E719-8929-7F9F-940CEF29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961B-271D-4436-B4BE-B761C235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70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CA91-3C21-3389-FCCE-AE4C34AE7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5760A-1672-6BF5-1E75-EEA74E259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B82E3-BD23-2FF2-6300-B7AB3312F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39495B-9888-B253-BEAD-5338ACCA9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DD576A-D328-A7DE-2DD1-4D7DC0863D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5EF60A-5CDD-01D1-55D8-96D4F8597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945F-BEF4-4BB9-BD79-F2B270B97B3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10034D-75A7-B06B-EF4A-71C1D6A7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CAC50-046C-2DEF-1C60-EA428DFF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961B-271D-4436-B4BE-B761C235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2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990DC-8631-797E-C330-2BF710B98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60AF0-BA1F-C572-0740-37C634DC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945F-BEF4-4BB9-BD79-F2B270B97B3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000EA2-42F7-BEBC-3081-C6D8A164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7377C-25BA-2138-BE12-08AA2D993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961B-271D-4436-B4BE-B761C235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94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C9681-B6F3-8D95-493A-BF57D3AB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945F-BEF4-4BB9-BD79-F2B270B97B3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3F537-A669-3DF4-2B49-D75F02ED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E0C36-1E68-DA6A-D830-3E125D0A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961B-271D-4436-B4BE-B761C235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6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8D93-5BCF-97FD-DAAC-4019599EC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2F7B0-7735-4667-E2F0-7793B0DF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EF67D-C708-3367-A7D9-68E8799DB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5D6AE-CF03-9240-52B0-81700349E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945F-BEF4-4BB9-BD79-F2B270B97B3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A98F4-30F5-8024-8A18-B7914EEF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8E17C-89EF-8F95-6504-96329F08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961B-271D-4436-B4BE-B761C235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18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676E4-BBB8-53F0-0A82-B9D7399EC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5075AC-0ED3-98F8-2BB3-6E7BA8245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DD149-FAEE-6D91-B428-8A89D43B7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4E7DB-164F-D9C2-9083-D15064B5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945F-BEF4-4BB9-BD79-F2B270B97B3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6EF7C-9838-29C5-DB73-70A3A324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81F22-086B-223E-BCC2-C1224591F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961B-271D-4436-B4BE-B761C235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8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5D0A0-8685-E7A2-56C7-92AAAD5E6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8FCC3-B83B-2E02-9DD8-DA4647F36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D767A-A400-06C9-C6F1-350C6A047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945F-BEF4-4BB9-BD79-F2B270B97B3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55073-AC2C-444A-4304-62080910C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BD356-31CE-CF22-2569-EF18843B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961B-271D-4436-B4BE-B761C235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5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BC2B8-D650-A732-A2F7-06ABB669E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B5590-B7D1-C51E-1A40-5D4DE8B9E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E849E-353A-800B-BBDC-52DF027C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945F-BEF4-4BB9-BD79-F2B270B97B3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81401-FB5A-36EE-79C4-13A6D0E66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39B31-99E1-84D4-15CB-A4A7BA967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961B-271D-4436-B4BE-B761C235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6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CD0AA-F426-8A90-6B17-23F9BD974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D1C59-5544-80F0-4BEB-64A016087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A99C0-FE1E-4EE1-0C8B-FC2BEAC4B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0945F-BEF4-4BB9-BD79-F2B270B97B3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FDA63-398B-748F-02CD-5E73151817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B6BC-70D7-256B-9890-3B74A0190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7961B-271D-4436-B4BE-B761C235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0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EB513C-A66A-67B8-FE10-4EF51AC8C630}"/>
              </a:ext>
            </a:extLst>
          </p:cNvPr>
          <p:cNvSpPr/>
          <p:nvPr/>
        </p:nvSpPr>
        <p:spPr>
          <a:xfrm>
            <a:off x="1259345" y="1556922"/>
            <a:ext cx="1352626" cy="65898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EMG Input</a:t>
            </a:r>
          </a:p>
          <a:p>
            <a:pPr algn="ctr"/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8-channel facial EMG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5B7190-1941-4983-B3F2-FEE6D8BD4105}"/>
              </a:ext>
            </a:extLst>
          </p:cNvPr>
          <p:cNvSpPr/>
          <p:nvPr/>
        </p:nvSpPr>
        <p:spPr>
          <a:xfrm>
            <a:off x="2812955" y="1556921"/>
            <a:ext cx="1089389" cy="65898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n-US" sz="11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4C19DB-E925-A093-21B5-8AA1FD8A7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4" y="1339912"/>
            <a:ext cx="986827" cy="98682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C5116F-AEEB-28F3-FBBB-26610ECE55B2}"/>
              </a:ext>
            </a:extLst>
          </p:cNvPr>
          <p:cNvSpPr/>
          <p:nvPr/>
        </p:nvSpPr>
        <p:spPr>
          <a:xfrm>
            <a:off x="4322003" y="436167"/>
            <a:ext cx="2447976" cy="90374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EMG Adapter</a:t>
            </a:r>
            <a:b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(Trainable)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EMG features→EMG embeddings for conditioning the LLM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809FDDF-606C-2393-89D6-6564C94BA224}"/>
              </a:ext>
            </a:extLst>
          </p:cNvPr>
          <p:cNvSpPr/>
          <p:nvPr/>
        </p:nvSpPr>
        <p:spPr>
          <a:xfrm>
            <a:off x="3902344" y="2483301"/>
            <a:ext cx="3524955" cy="128849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2">
                <a:lumMod val="90000"/>
                <a:lumOff val="10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projection (features → 512)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subsampling ×2 (stride-2) → ~4× downsample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 conv stack (multi-scale dilations) + SE gating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Positional encoding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encoder (4 layers, 8 heads)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 to LLM hidden size </a:t>
            </a:r>
          </a:p>
        </p:txBody>
      </p:sp>
    </p:spTree>
    <p:extLst>
      <p:ext uri="{BB962C8B-B14F-4D97-AF65-F5344CB8AC3E}">
        <p14:creationId xmlns:p14="http://schemas.microsoft.com/office/powerpoint/2010/main" val="1483825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68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Utsha, Ucchwas Talukder</dc:creator>
  <cp:lastModifiedBy>Utsha, Ucchwas Talukder</cp:lastModifiedBy>
  <cp:revision>1</cp:revision>
  <dcterms:created xsi:type="dcterms:W3CDTF">2026-01-20T21:19:38Z</dcterms:created>
  <dcterms:modified xsi:type="dcterms:W3CDTF">2026-01-20T21:47:37Z</dcterms:modified>
</cp:coreProperties>
</file>